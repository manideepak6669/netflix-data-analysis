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Content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33333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6131</c:v>
                </c:pt>
                <c:pt idx="1">
                  <c:v>2676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solidFill>
      <a:srgbClr val="F5F5F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22B2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241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1E1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United States</c:v>
                  </c:pt>
                  <c:pt idx="1">
                    <c:v>India</c:v>
                  </c:pt>
                  <c:pt idx="2">
                    <c:v>United Kingdom</c:v>
                  </c:pt>
                  <c:pt idx="3">
                    <c:v>Japan</c:v>
                  </c:pt>
                  <c:pt idx="4">
                    <c:v>South Korea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2818</c:v>
                </c:pt>
                <c:pt idx="1">
                  <c:v>972</c:v>
                </c:pt>
                <c:pt idx="2">
                  <c:v>419</c:v>
                </c:pt>
                <c:pt idx="3">
                  <c:v>245</c:v>
                </c:pt>
                <c:pt idx="4">
                  <c:v>199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7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194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ADBD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TV-MA</c:v>
                  </c:pt>
                  <c:pt idx="1">
                    <c:v>TV-14</c:v>
                  </c:pt>
                  <c:pt idx="2">
                    <c:v>TV-PG</c:v>
                  </c:pt>
                  <c:pt idx="3">
                    <c:v>R</c:v>
                  </c:pt>
                  <c:pt idx="4">
                    <c:v>PG-13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3207</c:v>
                </c:pt>
                <c:pt idx="1">
                  <c:v>2160</c:v>
                </c:pt>
                <c:pt idx="2">
                  <c:v>863</c:v>
                </c:pt>
                <c:pt idx="3">
                  <c:v>799</c:v>
                </c:pt>
                <c:pt idx="4">
                  <c:v>490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Released</c:v>
                </c:pt>
              </c:strCache>
            </c:strRef>
          </c:tx>
          <c:spPr>
            <a:solidFill>
              <a:srgbClr val="E50914"/>
            </a:solidFill>
            <a:ln w="3810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  <c:pt idx="7">
                    <c:v>2020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76</c:v>
                </c:pt>
                <c:pt idx="1">
                  <c:v>114</c:v>
                </c:pt>
                <c:pt idx="2">
                  <c:v>268</c:v>
                </c:pt>
                <c:pt idx="3">
                  <c:v>902</c:v>
                </c:pt>
                <c:pt idx="4">
                  <c:v>1032</c:v>
                </c:pt>
                <c:pt idx="5">
                  <c:v>1147</c:v>
                </c:pt>
                <c:pt idx="6">
                  <c:v>1030</c:v>
                </c:pt>
                <c:pt idx="7">
                  <c:v>953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NETFLIX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ANALYTICS DASHBOARD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657600" cy="2743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286000"/>
            <a:ext cx="1920240" cy="118872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8,807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1920240" cy="118872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6,131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5176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1920240" cy="118872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2,676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0060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286000"/>
            <a:ext cx="1920240" cy="118872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4944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Netflix Titles Dataset  |  Analysis Period: 2021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MIX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vs TV Shows Distribution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2296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09728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12080" y="1097280"/>
            <a:ext cx="182880" cy="15544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7784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6,131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57784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 of total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12080" y="292608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12080" y="2926080"/>
            <a:ext cx="182880" cy="15544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Shows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57784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2,676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557784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30.4% of total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CONTENT-PRODUCING COUNTRIES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RATINGS BREAKDOWN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914400"/>
            <a:ext cx="2651760" cy="1188720"/>
          </a:xfrm>
          <a:prstGeom prst="rect">
            <a:avLst/>
          </a:prstGeom>
          <a:solidFill>
            <a:srgbClr val="E509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960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Rating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0" y="1325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TV-MA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217920" y="22860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Titles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3,207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217920" y="3657600"/>
            <a:ext cx="26517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Content Share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17920" y="4069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36.4%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GROWTH OVER TIME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8595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5,656 titles (64.2%) released AFTER 2015 — signaling Netflix's aggressive content acquisition strategy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CONTENT GENRES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0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Dramas, International Movies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1353312"/>
            <a:ext cx="4114800" cy="1280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353312"/>
            <a:ext cx="3209544" cy="12801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914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362 titles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914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19072"/>
            <a:ext cx="548640" cy="685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71907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1764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1560" y="2157984"/>
            <a:ext cx="4114800" cy="1280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2157984"/>
            <a:ext cx="3168396" cy="1280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7190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359 titles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171907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523744"/>
            <a:ext cx="548640" cy="685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52374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2569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Stand-Up Comedy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51560" y="2962656"/>
            <a:ext cx="4114800" cy="1280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2962656"/>
            <a:ext cx="2962656" cy="1280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252374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334 titles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23760" y="252374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3328416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328416"/>
            <a:ext cx="548640" cy="685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32841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51560" y="33741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Comedies, Dramas, International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51560" y="3767328"/>
            <a:ext cx="4114800" cy="1280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1560" y="3767328"/>
            <a:ext cx="2427732" cy="1280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332841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274 titles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23760" y="3328416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5760" y="4133088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133088"/>
            <a:ext cx="548640" cy="685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13308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5156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Dramas, Independent, International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51560" y="4572000"/>
            <a:ext cx="4114800" cy="1280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Shape 39"/>
          <p:cNvSpPr/>
          <p:nvPr/>
        </p:nvSpPr>
        <p:spPr>
          <a:xfrm>
            <a:off x="1051560" y="4572000"/>
            <a:ext cx="2221992" cy="1280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0" y="413308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252 titles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223760" y="413308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&amp; FINDINGS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17830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8892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052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Dominance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252728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outnumber TV Shows 2.3:1 — Netflix's catalog is movie-heavy at 69.6%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88920" cy="17830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68680"/>
            <a:ext cx="278892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9052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 Leads Production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55848" y="1252728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produces 32% of all Netflix content (2,818 titles), followed by India at 11%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2788920" cy="17830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868680"/>
            <a:ext cx="278892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9052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Post-2015 Surge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27648" y="1252728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64.2% of all content was released after 2015, showing rapid catalog expansion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788920" cy="17830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278892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9169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Mature Content Preference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264408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is the #1 rating with 3,207 titles — Netflix leans towards adult audiences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788920" cy="17830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80360"/>
            <a:ext cx="278892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29169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Missing Data Challenge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3264408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2,634 director records are missing — key data quality issue for deeper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2788920" cy="17830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880360"/>
            <a:ext cx="278892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29169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Drama Dominates Genres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7648" y="3264408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Dramas &amp; Documentaries are the top genre categories on the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286000" y="2606040"/>
            <a:ext cx="4572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Analytics  |  8,807 Titles Analyzed  |  SQL + Python + Power BI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drives decisions. Insights drive strategy.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Analytics Dashboard</dc:title>
  <dc:subject>PptxGenJS Presentation</dc:subject>
  <dc:creator>PptxGenJS</dc:creator>
  <cp:lastModifiedBy>PptxGenJS</cp:lastModifiedBy>
  <cp:revision>1</cp:revision>
  <dcterms:created xsi:type="dcterms:W3CDTF">2026-04-20T15:46:55Z</dcterms:created>
  <dcterms:modified xsi:type="dcterms:W3CDTF">2026-04-20T15:46:55Z</dcterms:modified>
</cp:coreProperties>
</file>